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2" r:id="rId4"/>
    <p:sldMasterId id="214748370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Plus Jakarta Sans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Plus Jakarta Sans Medium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PlusJakartaSansMedium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lusJakartaSansMedium-italic.fntdata"/><Relationship Id="rId25" Type="http://schemas.openxmlformats.org/officeDocument/2006/relationships/font" Target="fonts/PlusJakartaSansMedium-bold.fntdata"/><Relationship Id="rId27" Type="http://schemas.openxmlformats.org/officeDocument/2006/relationships/font" Target="fonts/PlusJakartaSansMedium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lusJakartaSans-bold.fntdata"/><Relationship Id="rId16" Type="http://schemas.openxmlformats.org/officeDocument/2006/relationships/font" Target="fonts/PlusJakartaSans-regular.fntdata"/><Relationship Id="rId19" Type="http://schemas.openxmlformats.org/officeDocument/2006/relationships/font" Target="fonts/PlusJakartaSans-boldItalic.fntdata"/><Relationship Id="rId18" Type="http://schemas.openxmlformats.org/officeDocument/2006/relationships/font" Target="fonts/PlusJakartaSa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ebde91ca9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ebde91ca9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eeccdf57e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eeccdf57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RPC, Remote Procedure Call adalah sebuah cara yang memungkinkan aplikasi memanggil langsung method atau fungsi atau bagian kode di aplikasi server yang berada di mesin/server yang berbeda. Oleh karena itu, makanya RPC ini sangat populer digunakan di microservices.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Nah kalo tadi kita udah tau definisi dari RPC itu sendiri, sekarang untuk gRPC adalah sebuah framework atau alat bantu yang memudahkan developer untuk membuat RPC yang dikembangkan oleh Google.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yang membedakan RPC dengan REST adalah REST itu sangat bergantung pada resource yang dikirim sedangkan RPC itu action-oriented.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RPC juga contract-first development -&gt; code generation -&gt; komunikasi (client-server). RPC menggunakan HTTP/2 yang mana lebih cepat dan latency-nya lebih rendah.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ebde91ca92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ebde91ca92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ebde91ca92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ebde91ca92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ebde91ca92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ebde91ca92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ebde91ca92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ebde91ca92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ebde91ca92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ebde91ca92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ebde91ca92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ebde91ca92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ebde91ca92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ebde91ca92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bg>
      <p:bgPr>
        <a:solidFill>
          <a:schemeClr val="accent5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6849412" y="229900"/>
            <a:ext cx="2068500" cy="2068500"/>
          </a:xfrm>
          <a:prstGeom prst="roundRect">
            <a:avLst>
              <a:gd fmla="val 12219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" name="Google Shape;55;p14"/>
          <p:cNvSpPr/>
          <p:nvPr/>
        </p:nvSpPr>
        <p:spPr>
          <a:xfrm>
            <a:off x="228600" y="229900"/>
            <a:ext cx="4349400" cy="4683600"/>
          </a:xfrm>
          <a:prstGeom prst="roundRect">
            <a:avLst>
              <a:gd fmla="val 584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4679587" y="229900"/>
            <a:ext cx="2068500" cy="2068500"/>
          </a:xfrm>
          <a:prstGeom prst="roundRect">
            <a:avLst>
              <a:gd fmla="val 122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4679599" y="2404695"/>
            <a:ext cx="4238400" cy="2508900"/>
          </a:xfrm>
          <a:prstGeom prst="roundRect">
            <a:avLst>
              <a:gd fmla="val 101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8" name="Google Shape;58;p14"/>
          <p:cNvGrpSpPr/>
          <p:nvPr/>
        </p:nvGrpSpPr>
        <p:grpSpPr>
          <a:xfrm>
            <a:off x="4524845" y="724771"/>
            <a:ext cx="2377504" cy="1078596"/>
            <a:chOff x="4571989" y="769200"/>
            <a:chExt cx="2320422" cy="1052700"/>
          </a:xfrm>
        </p:grpSpPr>
        <p:sp>
          <p:nvSpPr>
            <p:cNvPr id="59" name="Google Shape;59;p14"/>
            <p:cNvSpPr/>
            <p:nvPr/>
          </p:nvSpPr>
          <p:spPr>
            <a:xfrm>
              <a:off x="5691810" y="769200"/>
              <a:ext cx="1200600" cy="1052700"/>
            </a:xfrm>
            <a:prstGeom prst="pie">
              <a:avLst>
                <a:gd fmla="val 5410573" name="adj1"/>
                <a:gd fmla="val 1620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60" name="Google Shape;60;p14"/>
            <p:cNvSpPr/>
            <p:nvPr/>
          </p:nvSpPr>
          <p:spPr>
            <a:xfrm flipH="1">
              <a:off x="4571989" y="769200"/>
              <a:ext cx="1200600" cy="1052700"/>
            </a:xfrm>
            <a:prstGeom prst="pie">
              <a:avLst>
                <a:gd fmla="val 5410573" name="adj1"/>
                <a:gd fmla="val 1620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61" name="Google Shape;61;p14"/>
          <p:cNvGrpSpPr/>
          <p:nvPr/>
        </p:nvGrpSpPr>
        <p:grpSpPr>
          <a:xfrm>
            <a:off x="7352898" y="762044"/>
            <a:ext cx="1061865" cy="1004215"/>
            <a:chOff x="7312075" y="834700"/>
            <a:chExt cx="1022400" cy="966799"/>
          </a:xfrm>
        </p:grpSpPr>
        <p:sp>
          <p:nvSpPr>
            <p:cNvPr id="62" name="Google Shape;62;p14"/>
            <p:cNvSpPr/>
            <p:nvPr/>
          </p:nvSpPr>
          <p:spPr>
            <a:xfrm>
              <a:off x="7312075" y="834700"/>
              <a:ext cx="1022400" cy="438000"/>
            </a:xfrm>
            <a:prstGeom prst="roundRect">
              <a:avLst>
                <a:gd fmla="val 50000" name="adj"/>
              </a:avLst>
            </a:prstGeom>
            <a:noFill/>
            <a:ln cap="flat" cmpd="sng" w="1143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7312075" y="1363499"/>
              <a:ext cx="1022400" cy="438000"/>
            </a:xfrm>
            <a:prstGeom prst="roundRect">
              <a:avLst>
                <a:gd fmla="val 50000" name="adj"/>
              </a:avLst>
            </a:prstGeom>
            <a:noFill/>
            <a:ln cap="flat" cmpd="sng" w="1143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4897375" y="2609925"/>
            <a:ext cx="3679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563400" y="3695700"/>
            <a:ext cx="3679800" cy="9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">
  <p:cSld name="BLANK_1_2">
    <p:bg>
      <p:bgPr>
        <a:solidFill>
          <a:schemeClr val="accent5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 rot="5400000">
            <a:off x="-285900" y="285900"/>
            <a:ext cx="5143500" cy="4571700"/>
          </a:xfrm>
          <a:prstGeom prst="round2SameRect">
            <a:avLst>
              <a:gd fmla="val 7676" name="adj1"/>
              <a:gd fmla="val 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228600" y="228600"/>
            <a:ext cx="37131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3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228600" y="228600"/>
            <a:ext cx="64803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318600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2" type="body"/>
          </p:nvPr>
        </p:nvSpPr>
        <p:spPr>
          <a:xfrm>
            <a:off x="6911100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3" type="body"/>
          </p:nvPr>
        </p:nvSpPr>
        <p:spPr>
          <a:xfrm>
            <a:off x="2516100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4" name="Google Shape;74;p16"/>
          <p:cNvSpPr txBox="1"/>
          <p:nvPr>
            <p:ph idx="4" type="body"/>
          </p:nvPr>
        </p:nvSpPr>
        <p:spPr>
          <a:xfrm>
            <a:off x="4713588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5" name="Google Shape;75;p16"/>
          <p:cNvSpPr txBox="1"/>
          <p:nvPr>
            <p:ph idx="5" type="subTitle"/>
          </p:nvPr>
        </p:nvSpPr>
        <p:spPr>
          <a:xfrm>
            <a:off x="381950" y="2393500"/>
            <a:ext cx="18549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6" type="subTitle"/>
          </p:nvPr>
        </p:nvSpPr>
        <p:spPr>
          <a:xfrm>
            <a:off x="2574000" y="2378475"/>
            <a:ext cx="18549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7" type="subTitle"/>
          </p:nvPr>
        </p:nvSpPr>
        <p:spPr>
          <a:xfrm>
            <a:off x="4806538" y="2378475"/>
            <a:ext cx="18228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8" type="subTitle"/>
          </p:nvPr>
        </p:nvSpPr>
        <p:spPr>
          <a:xfrm>
            <a:off x="7007100" y="2378475"/>
            <a:ext cx="18228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BLANK_1_1_1_1_2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228600" y="741875"/>
            <a:ext cx="64803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_1_1_1_1_1_1_1_1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instorming 1">
  <p:cSld name="BLANK_1_1_1_1_1_1_1_1_1_1_3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/>
          <p:nvPr/>
        </p:nvSpPr>
        <p:spPr>
          <a:xfrm>
            <a:off x="228600" y="632050"/>
            <a:ext cx="8686800" cy="3539400"/>
          </a:xfrm>
          <a:prstGeom prst="roundRect">
            <a:avLst>
              <a:gd fmla="val 5122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4" name="Google Shape;84;p19"/>
          <p:cNvSpPr/>
          <p:nvPr/>
        </p:nvSpPr>
        <p:spPr>
          <a:xfrm>
            <a:off x="0" y="4400100"/>
            <a:ext cx="9144000" cy="74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5" name="Google Shape;85;p19"/>
          <p:cNvSpPr txBox="1"/>
          <p:nvPr>
            <p:ph idx="1" type="subTitle"/>
          </p:nvPr>
        </p:nvSpPr>
        <p:spPr>
          <a:xfrm>
            <a:off x="228600" y="4619400"/>
            <a:ext cx="1231800" cy="30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6" name="Google Shape;86;p19"/>
          <p:cNvSpPr txBox="1"/>
          <p:nvPr>
            <p:ph idx="2" type="body"/>
          </p:nvPr>
        </p:nvSpPr>
        <p:spPr>
          <a:xfrm>
            <a:off x="378975" y="788021"/>
            <a:ext cx="3990900" cy="3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7" name="Google Shape;87;p19"/>
          <p:cNvSpPr txBox="1"/>
          <p:nvPr>
            <p:ph idx="3" type="body"/>
          </p:nvPr>
        </p:nvSpPr>
        <p:spPr>
          <a:xfrm>
            <a:off x="4774123" y="788021"/>
            <a:ext cx="3990900" cy="3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instorming 2">
  <p:cSld name="BLANK_1_1_1_1_1_1_1_1_1_1_3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/>
          <p:nvPr/>
        </p:nvSpPr>
        <p:spPr>
          <a:xfrm>
            <a:off x="0" y="4400100"/>
            <a:ext cx="9144000" cy="74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0" name="Google Shape;90;p20"/>
          <p:cNvSpPr txBox="1"/>
          <p:nvPr>
            <p:ph idx="1" type="subTitle"/>
          </p:nvPr>
        </p:nvSpPr>
        <p:spPr>
          <a:xfrm>
            <a:off x="228600" y="4619400"/>
            <a:ext cx="1231800" cy="30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BLANK_1_1_1_1_1_1_1_1_1_1_2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 txBox="1"/>
          <p:nvPr>
            <p:ph idx="1" type="subTitle"/>
          </p:nvPr>
        </p:nvSpPr>
        <p:spPr>
          <a:xfrm>
            <a:off x="927475" y="1269700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93" name="Google Shape;93;p21"/>
          <p:cNvSpPr txBox="1"/>
          <p:nvPr>
            <p:ph idx="2" type="subTitle"/>
          </p:nvPr>
        </p:nvSpPr>
        <p:spPr>
          <a:xfrm>
            <a:off x="927475" y="2073125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94" name="Google Shape;94;p21"/>
          <p:cNvSpPr txBox="1"/>
          <p:nvPr>
            <p:ph idx="3" type="subTitle"/>
          </p:nvPr>
        </p:nvSpPr>
        <p:spPr>
          <a:xfrm>
            <a:off x="927475" y="2891300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95" name="Google Shape;95;p21"/>
          <p:cNvSpPr txBox="1"/>
          <p:nvPr>
            <p:ph idx="4" type="subTitle"/>
          </p:nvPr>
        </p:nvSpPr>
        <p:spPr>
          <a:xfrm>
            <a:off x="927475" y="3692625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5" type="subTitle"/>
          </p:nvPr>
        </p:nvSpPr>
        <p:spPr>
          <a:xfrm>
            <a:off x="228600" y="1269700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97" name="Google Shape;97;p21"/>
          <p:cNvSpPr txBox="1"/>
          <p:nvPr>
            <p:ph idx="6" type="subTitle"/>
          </p:nvPr>
        </p:nvSpPr>
        <p:spPr>
          <a:xfrm>
            <a:off x="228600" y="2073125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98" name="Google Shape;98;p21"/>
          <p:cNvSpPr txBox="1"/>
          <p:nvPr>
            <p:ph idx="7" type="subTitle"/>
          </p:nvPr>
        </p:nvSpPr>
        <p:spPr>
          <a:xfrm>
            <a:off x="228600" y="2891300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99" name="Google Shape;99;p21"/>
          <p:cNvSpPr txBox="1"/>
          <p:nvPr>
            <p:ph idx="8" type="subTitle"/>
          </p:nvPr>
        </p:nvSpPr>
        <p:spPr>
          <a:xfrm>
            <a:off x="228600" y="3692625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deas">
  <p:cSld name="BLANK_1_1_1_1_1_1_1_1_1_1_1_1_1_2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/>
          <p:nvPr>
            <p:ph type="title"/>
          </p:nvPr>
        </p:nvSpPr>
        <p:spPr>
          <a:xfrm>
            <a:off x="228300" y="921925"/>
            <a:ext cx="32367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02" name="Google Shape;102;p22"/>
          <p:cNvSpPr txBox="1"/>
          <p:nvPr>
            <p:ph idx="2" type="title"/>
          </p:nvPr>
        </p:nvSpPr>
        <p:spPr>
          <a:xfrm>
            <a:off x="4788000" y="917325"/>
            <a:ext cx="32367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03" name="Google Shape;103;p22"/>
          <p:cNvSpPr txBox="1"/>
          <p:nvPr>
            <p:ph idx="1" type="body"/>
          </p:nvPr>
        </p:nvSpPr>
        <p:spPr>
          <a:xfrm>
            <a:off x="228600" y="1345400"/>
            <a:ext cx="4134300" cy="11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4" name="Google Shape;104;p22"/>
          <p:cNvSpPr txBox="1"/>
          <p:nvPr>
            <p:ph idx="3" type="body"/>
          </p:nvPr>
        </p:nvSpPr>
        <p:spPr>
          <a:xfrm>
            <a:off x="4781100" y="1345400"/>
            <a:ext cx="4134300" cy="11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5" name="Google Shape;105;p22"/>
          <p:cNvSpPr txBox="1"/>
          <p:nvPr>
            <p:ph idx="4" type="subTitle"/>
          </p:nvPr>
        </p:nvSpPr>
        <p:spPr>
          <a:xfrm>
            <a:off x="5058000" y="3305850"/>
            <a:ext cx="16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06" name="Google Shape;106;p22"/>
          <p:cNvSpPr txBox="1"/>
          <p:nvPr>
            <p:ph idx="5" type="body"/>
          </p:nvPr>
        </p:nvSpPr>
        <p:spPr>
          <a:xfrm>
            <a:off x="5058000" y="3595225"/>
            <a:ext cx="16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7" name="Google Shape;107;p22"/>
          <p:cNvSpPr txBox="1"/>
          <p:nvPr>
            <p:ph idx="6" type="subTitle"/>
          </p:nvPr>
        </p:nvSpPr>
        <p:spPr>
          <a:xfrm>
            <a:off x="2438171" y="3305838"/>
            <a:ext cx="16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08" name="Google Shape;108;p22"/>
          <p:cNvSpPr txBox="1"/>
          <p:nvPr>
            <p:ph idx="7" type="body"/>
          </p:nvPr>
        </p:nvSpPr>
        <p:spPr>
          <a:xfrm>
            <a:off x="2438171" y="3595213"/>
            <a:ext cx="16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9" name="Google Shape;109;p22"/>
          <p:cNvSpPr/>
          <p:nvPr>
            <p:ph idx="8" type="pic"/>
          </p:nvPr>
        </p:nvSpPr>
        <p:spPr>
          <a:xfrm>
            <a:off x="0" y="3029625"/>
            <a:ext cx="2178300" cy="18957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2"/>
          <p:cNvSpPr/>
          <p:nvPr>
            <p:ph idx="9" type="pic"/>
          </p:nvPr>
        </p:nvSpPr>
        <p:spPr>
          <a:xfrm>
            <a:off x="6965700" y="3010075"/>
            <a:ext cx="2178300" cy="1895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idea">
  <p:cSld name="BLANK_1_1_1_1_1_1_1_1_1_1_1_1_1_2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/>
          <p:nvPr/>
        </p:nvSpPr>
        <p:spPr>
          <a:xfrm>
            <a:off x="0" y="3149700"/>
            <a:ext cx="5322300" cy="1993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3" name="Google Shape;113;p23"/>
          <p:cNvSpPr txBox="1"/>
          <p:nvPr>
            <p:ph type="title"/>
          </p:nvPr>
        </p:nvSpPr>
        <p:spPr>
          <a:xfrm>
            <a:off x="228600" y="191575"/>
            <a:ext cx="42858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228600" y="1317900"/>
            <a:ext cx="4285800" cy="9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5" name="Google Shape;115;p23"/>
          <p:cNvSpPr txBox="1"/>
          <p:nvPr>
            <p:ph idx="2" type="subTitle"/>
          </p:nvPr>
        </p:nvSpPr>
        <p:spPr>
          <a:xfrm>
            <a:off x="228600" y="3402700"/>
            <a:ext cx="19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16" name="Google Shape;116;p23"/>
          <p:cNvSpPr txBox="1"/>
          <p:nvPr>
            <p:ph idx="3" type="body"/>
          </p:nvPr>
        </p:nvSpPr>
        <p:spPr>
          <a:xfrm>
            <a:off x="228600" y="3692075"/>
            <a:ext cx="19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7" name="Google Shape;117;p23"/>
          <p:cNvSpPr txBox="1"/>
          <p:nvPr>
            <p:ph idx="4" type="subTitle"/>
          </p:nvPr>
        </p:nvSpPr>
        <p:spPr>
          <a:xfrm>
            <a:off x="2557500" y="3402700"/>
            <a:ext cx="19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18" name="Google Shape;118;p23"/>
          <p:cNvSpPr txBox="1"/>
          <p:nvPr>
            <p:ph idx="5" type="body"/>
          </p:nvPr>
        </p:nvSpPr>
        <p:spPr>
          <a:xfrm>
            <a:off x="2557500" y="3692075"/>
            <a:ext cx="19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9" name="Google Shape;119;p23"/>
          <p:cNvSpPr/>
          <p:nvPr>
            <p:ph idx="6" type="pic"/>
          </p:nvPr>
        </p:nvSpPr>
        <p:spPr>
          <a:xfrm rot="-5400000">
            <a:off x="4491900" y="497850"/>
            <a:ext cx="5156400" cy="4147800"/>
          </a:xfrm>
          <a:prstGeom prst="round2SameRect">
            <a:avLst>
              <a:gd fmla="val 8254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image">
  <p:cSld name="BLANK_1_1_1_1_1_1_1_1_1_1_1_1_1_1_1_1_1_1_1_1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/>
          <p:nvPr>
            <p:ph idx="2" type="pic"/>
          </p:nvPr>
        </p:nvSpPr>
        <p:spPr>
          <a:xfrm>
            <a:off x="228650" y="2813125"/>
            <a:ext cx="8018700" cy="2099100"/>
          </a:xfrm>
          <a:prstGeom prst="roundRect">
            <a:avLst>
              <a:gd fmla="val 7988" name="adj"/>
            </a:avLst>
          </a:prstGeom>
          <a:noFill/>
          <a:ln>
            <a:noFill/>
          </a:ln>
        </p:spPr>
      </p:sp>
      <p:sp>
        <p:nvSpPr>
          <p:cNvPr id="122" name="Google Shape;122;p24"/>
          <p:cNvSpPr txBox="1"/>
          <p:nvPr>
            <p:ph idx="1" type="subTitle"/>
          </p:nvPr>
        </p:nvSpPr>
        <p:spPr>
          <a:xfrm>
            <a:off x="228600" y="947332"/>
            <a:ext cx="64803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23" name="Google Shape;123;p24"/>
          <p:cNvSpPr txBox="1"/>
          <p:nvPr>
            <p:ph type="title"/>
          </p:nvPr>
        </p:nvSpPr>
        <p:spPr>
          <a:xfrm>
            <a:off x="228600" y="228600"/>
            <a:ext cx="64803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1">
  <p:cSld name="BLANK_1_1_1_1_1_1_1_1_1_1_1_1_1_1_1_1_1_1_1_1_1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/>
          <p:nvPr>
            <p:ph idx="2" type="pic"/>
          </p:nvPr>
        </p:nvSpPr>
        <p:spPr>
          <a:xfrm>
            <a:off x="3547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126" name="Google Shape;126;p25"/>
          <p:cNvSpPr/>
          <p:nvPr>
            <p:ph idx="3" type="pic"/>
          </p:nvPr>
        </p:nvSpPr>
        <p:spPr>
          <a:xfrm>
            <a:off x="25552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127" name="Google Shape;127;p25"/>
          <p:cNvSpPr/>
          <p:nvPr>
            <p:ph idx="4" type="pic"/>
          </p:nvPr>
        </p:nvSpPr>
        <p:spPr>
          <a:xfrm>
            <a:off x="47557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128" name="Google Shape;128;p25"/>
          <p:cNvSpPr/>
          <p:nvPr>
            <p:ph idx="5" type="pic"/>
          </p:nvPr>
        </p:nvSpPr>
        <p:spPr>
          <a:xfrm>
            <a:off x="69562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129" name="Google Shape;129;p25"/>
          <p:cNvSpPr txBox="1"/>
          <p:nvPr>
            <p:ph idx="1" type="subTitle"/>
          </p:nvPr>
        </p:nvSpPr>
        <p:spPr>
          <a:xfrm>
            <a:off x="3997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30" name="Google Shape;130;p25"/>
          <p:cNvSpPr txBox="1"/>
          <p:nvPr>
            <p:ph idx="6" type="subTitle"/>
          </p:nvPr>
        </p:nvSpPr>
        <p:spPr>
          <a:xfrm>
            <a:off x="3997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31" name="Google Shape;131;p25"/>
          <p:cNvSpPr txBox="1"/>
          <p:nvPr>
            <p:ph idx="7" type="body"/>
          </p:nvPr>
        </p:nvSpPr>
        <p:spPr>
          <a:xfrm>
            <a:off x="3997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2" name="Google Shape;132;p25"/>
          <p:cNvSpPr txBox="1"/>
          <p:nvPr>
            <p:ph idx="8" type="subTitle"/>
          </p:nvPr>
        </p:nvSpPr>
        <p:spPr>
          <a:xfrm>
            <a:off x="26002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33" name="Google Shape;133;p25"/>
          <p:cNvSpPr txBox="1"/>
          <p:nvPr>
            <p:ph idx="9" type="subTitle"/>
          </p:nvPr>
        </p:nvSpPr>
        <p:spPr>
          <a:xfrm>
            <a:off x="26002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34" name="Google Shape;134;p25"/>
          <p:cNvSpPr txBox="1"/>
          <p:nvPr>
            <p:ph idx="13" type="body"/>
          </p:nvPr>
        </p:nvSpPr>
        <p:spPr>
          <a:xfrm>
            <a:off x="26002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5" name="Google Shape;135;p25"/>
          <p:cNvSpPr txBox="1"/>
          <p:nvPr>
            <p:ph idx="14" type="subTitle"/>
          </p:nvPr>
        </p:nvSpPr>
        <p:spPr>
          <a:xfrm>
            <a:off x="48007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36" name="Google Shape;136;p25"/>
          <p:cNvSpPr txBox="1"/>
          <p:nvPr>
            <p:ph idx="15" type="subTitle"/>
          </p:nvPr>
        </p:nvSpPr>
        <p:spPr>
          <a:xfrm>
            <a:off x="48007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37" name="Google Shape;137;p25"/>
          <p:cNvSpPr txBox="1"/>
          <p:nvPr>
            <p:ph idx="16" type="body"/>
          </p:nvPr>
        </p:nvSpPr>
        <p:spPr>
          <a:xfrm>
            <a:off x="48007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8" name="Google Shape;138;p25"/>
          <p:cNvSpPr txBox="1"/>
          <p:nvPr>
            <p:ph idx="17" type="subTitle"/>
          </p:nvPr>
        </p:nvSpPr>
        <p:spPr>
          <a:xfrm>
            <a:off x="70012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39" name="Google Shape;139;p25"/>
          <p:cNvSpPr txBox="1"/>
          <p:nvPr>
            <p:ph idx="18" type="subTitle"/>
          </p:nvPr>
        </p:nvSpPr>
        <p:spPr>
          <a:xfrm>
            <a:off x="70012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40" name="Google Shape;140;p25"/>
          <p:cNvSpPr txBox="1"/>
          <p:nvPr>
            <p:ph idx="19" type="body"/>
          </p:nvPr>
        </p:nvSpPr>
        <p:spPr>
          <a:xfrm>
            <a:off x="70012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2">
  <p:cSld name="BLANK_1_1_1_1_1_1_1_1_1_1_1_1_1_1_1_1_1_1_1_1_1_1_2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idx="1" type="subTitle"/>
          </p:nvPr>
        </p:nvSpPr>
        <p:spPr>
          <a:xfrm>
            <a:off x="353900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43" name="Google Shape;143;p26"/>
          <p:cNvSpPr txBox="1"/>
          <p:nvPr>
            <p:ph idx="2" type="subTitle"/>
          </p:nvPr>
        </p:nvSpPr>
        <p:spPr>
          <a:xfrm>
            <a:off x="353900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44" name="Google Shape;144;p26"/>
          <p:cNvSpPr/>
          <p:nvPr>
            <p:ph idx="3" type="pic"/>
          </p:nvPr>
        </p:nvSpPr>
        <p:spPr>
          <a:xfrm>
            <a:off x="321050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45" name="Google Shape;145;p26"/>
          <p:cNvSpPr txBox="1"/>
          <p:nvPr>
            <p:ph idx="4" type="subTitle"/>
          </p:nvPr>
        </p:nvSpPr>
        <p:spPr>
          <a:xfrm>
            <a:off x="2003288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46" name="Google Shape;146;p26"/>
          <p:cNvSpPr txBox="1"/>
          <p:nvPr>
            <p:ph idx="5" type="subTitle"/>
          </p:nvPr>
        </p:nvSpPr>
        <p:spPr>
          <a:xfrm>
            <a:off x="2003288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47" name="Google Shape;147;p26"/>
          <p:cNvSpPr/>
          <p:nvPr>
            <p:ph idx="6" type="pic"/>
          </p:nvPr>
        </p:nvSpPr>
        <p:spPr>
          <a:xfrm>
            <a:off x="1970438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48" name="Google Shape;148;p26"/>
          <p:cNvSpPr txBox="1"/>
          <p:nvPr>
            <p:ph idx="7" type="subTitle"/>
          </p:nvPr>
        </p:nvSpPr>
        <p:spPr>
          <a:xfrm>
            <a:off x="3652675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49" name="Google Shape;149;p26"/>
          <p:cNvSpPr txBox="1"/>
          <p:nvPr>
            <p:ph idx="8" type="subTitle"/>
          </p:nvPr>
        </p:nvSpPr>
        <p:spPr>
          <a:xfrm>
            <a:off x="3652675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50" name="Google Shape;150;p26"/>
          <p:cNvSpPr/>
          <p:nvPr>
            <p:ph idx="9" type="pic"/>
          </p:nvPr>
        </p:nvSpPr>
        <p:spPr>
          <a:xfrm>
            <a:off x="3619825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51" name="Google Shape;151;p26"/>
          <p:cNvSpPr txBox="1"/>
          <p:nvPr>
            <p:ph idx="13" type="subTitle"/>
          </p:nvPr>
        </p:nvSpPr>
        <p:spPr>
          <a:xfrm>
            <a:off x="5302050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52" name="Google Shape;152;p26"/>
          <p:cNvSpPr txBox="1"/>
          <p:nvPr>
            <p:ph idx="14" type="subTitle"/>
          </p:nvPr>
        </p:nvSpPr>
        <p:spPr>
          <a:xfrm>
            <a:off x="5302050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53" name="Google Shape;153;p26"/>
          <p:cNvSpPr/>
          <p:nvPr>
            <p:ph idx="15" type="pic"/>
          </p:nvPr>
        </p:nvSpPr>
        <p:spPr>
          <a:xfrm>
            <a:off x="5269200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54" name="Google Shape;154;p26"/>
          <p:cNvSpPr txBox="1"/>
          <p:nvPr>
            <p:ph idx="16" type="subTitle"/>
          </p:nvPr>
        </p:nvSpPr>
        <p:spPr>
          <a:xfrm>
            <a:off x="2003300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55" name="Google Shape;155;p26"/>
          <p:cNvSpPr txBox="1"/>
          <p:nvPr>
            <p:ph idx="17" type="subTitle"/>
          </p:nvPr>
        </p:nvSpPr>
        <p:spPr>
          <a:xfrm>
            <a:off x="2003300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56" name="Google Shape;156;p26"/>
          <p:cNvSpPr/>
          <p:nvPr>
            <p:ph idx="18" type="pic"/>
          </p:nvPr>
        </p:nvSpPr>
        <p:spPr>
          <a:xfrm>
            <a:off x="1970450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57" name="Google Shape;157;p26"/>
          <p:cNvSpPr txBox="1"/>
          <p:nvPr>
            <p:ph idx="19" type="subTitle"/>
          </p:nvPr>
        </p:nvSpPr>
        <p:spPr>
          <a:xfrm>
            <a:off x="3652688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58" name="Google Shape;158;p26"/>
          <p:cNvSpPr txBox="1"/>
          <p:nvPr>
            <p:ph idx="20" type="subTitle"/>
          </p:nvPr>
        </p:nvSpPr>
        <p:spPr>
          <a:xfrm>
            <a:off x="3652688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59" name="Google Shape;159;p26"/>
          <p:cNvSpPr/>
          <p:nvPr>
            <p:ph idx="21" type="pic"/>
          </p:nvPr>
        </p:nvSpPr>
        <p:spPr>
          <a:xfrm>
            <a:off x="3619838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60" name="Google Shape;160;p26"/>
          <p:cNvSpPr txBox="1"/>
          <p:nvPr>
            <p:ph idx="22" type="subTitle"/>
          </p:nvPr>
        </p:nvSpPr>
        <p:spPr>
          <a:xfrm>
            <a:off x="5302075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61" name="Google Shape;161;p26"/>
          <p:cNvSpPr txBox="1"/>
          <p:nvPr>
            <p:ph idx="23" type="subTitle"/>
          </p:nvPr>
        </p:nvSpPr>
        <p:spPr>
          <a:xfrm>
            <a:off x="5302075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62" name="Google Shape;162;p26"/>
          <p:cNvSpPr/>
          <p:nvPr>
            <p:ph idx="24" type="pic"/>
          </p:nvPr>
        </p:nvSpPr>
        <p:spPr>
          <a:xfrm>
            <a:off x="5269225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63" name="Google Shape;163;p26"/>
          <p:cNvSpPr txBox="1"/>
          <p:nvPr>
            <p:ph idx="25" type="subTitle"/>
          </p:nvPr>
        </p:nvSpPr>
        <p:spPr>
          <a:xfrm>
            <a:off x="6951450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64" name="Google Shape;164;p26"/>
          <p:cNvSpPr txBox="1"/>
          <p:nvPr>
            <p:ph idx="26" type="subTitle"/>
          </p:nvPr>
        </p:nvSpPr>
        <p:spPr>
          <a:xfrm>
            <a:off x="6951450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65" name="Google Shape;165;p26"/>
          <p:cNvSpPr/>
          <p:nvPr>
            <p:ph idx="27" type="pic"/>
          </p:nvPr>
        </p:nvSpPr>
        <p:spPr>
          <a:xfrm>
            <a:off x="6918600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personas">
  <p:cSld name="BLANK_1_1_1_1_1_1_1_1_1_1_1_1_1_1_1_1_1_1_1_1_1_1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/>
          <p:nvPr>
            <p:ph idx="2" type="pic"/>
          </p:nvPr>
        </p:nvSpPr>
        <p:spPr>
          <a:xfrm>
            <a:off x="228300" y="912725"/>
            <a:ext cx="1833000" cy="2294100"/>
          </a:xfrm>
          <a:prstGeom prst="roundRect">
            <a:avLst>
              <a:gd fmla="val 12454" name="adj"/>
            </a:avLst>
          </a:prstGeom>
          <a:noFill/>
          <a:ln>
            <a:noFill/>
          </a:ln>
        </p:spPr>
      </p:sp>
      <p:sp>
        <p:nvSpPr>
          <p:cNvPr id="168" name="Google Shape;168;p27"/>
          <p:cNvSpPr/>
          <p:nvPr>
            <p:ph idx="3" type="pic"/>
          </p:nvPr>
        </p:nvSpPr>
        <p:spPr>
          <a:xfrm>
            <a:off x="4781400" y="912725"/>
            <a:ext cx="1833000" cy="2294100"/>
          </a:xfrm>
          <a:prstGeom prst="roundRect">
            <a:avLst>
              <a:gd fmla="val 12454" name="adj"/>
            </a:avLst>
          </a:prstGeom>
          <a:noFill/>
          <a:ln>
            <a:noFill/>
          </a:ln>
        </p:spPr>
      </p:sp>
      <p:sp>
        <p:nvSpPr>
          <p:cNvPr id="169" name="Google Shape;169;p27"/>
          <p:cNvSpPr txBox="1"/>
          <p:nvPr>
            <p:ph idx="1" type="body"/>
          </p:nvPr>
        </p:nvSpPr>
        <p:spPr>
          <a:xfrm>
            <a:off x="2270700" y="968925"/>
            <a:ext cx="2091900" cy="28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0" name="Google Shape;170;p27"/>
          <p:cNvSpPr txBox="1"/>
          <p:nvPr>
            <p:ph idx="4" type="body"/>
          </p:nvPr>
        </p:nvSpPr>
        <p:spPr>
          <a:xfrm>
            <a:off x="6823800" y="968925"/>
            <a:ext cx="2091900" cy="28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1" name="Google Shape;171;p27"/>
          <p:cNvSpPr txBox="1"/>
          <p:nvPr>
            <p:ph idx="5" type="subTitle"/>
          </p:nvPr>
        </p:nvSpPr>
        <p:spPr>
          <a:xfrm>
            <a:off x="277650" y="3373825"/>
            <a:ext cx="17256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72" name="Google Shape;172;p27"/>
          <p:cNvSpPr txBox="1"/>
          <p:nvPr>
            <p:ph idx="6" type="subTitle"/>
          </p:nvPr>
        </p:nvSpPr>
        <p:spPr>
          <a:xfrm>
            <a:off x="4835100" y="3373825"/>
            <a:ext cx="17256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oups">
  <p:cSld name="BLANK_1_1_1_1_1_1_1_1_1_1_1_1_1_1_1_1_1_1_1_1_1_1_1_2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228600" y="741875"/>
            <a:ext cx="64803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228625" y="4191000"/>
            <a:ext cx="1113600" cy="713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6" name="Google Shape;176;p28"/>
          <p:cNvSpPr/>
          <p:nvPr>
            <p:ph idx="2" type="pic"/>
          </p:nvPr>
        </p:nvSpPr>
        <p:spPr>
          <a:xfrm>
            <a:off x="228575" y="157125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7" name="Google Shape;177;p28"/>
          <p:cNvSpPr/>
          <p:nvPr>
            <p:ph idx="3" type="pic"/>
          </p:nvPr>
        </p:nvSpPr>
        <p:spPr>
          <a:xfrm>
            <a:off x="824775" y="157125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8" name="Google Shape;178;p28"/>
          <p:cNvSpPr/>
          <p:nvPr>
            <p:ph idx="4" type="pic"/>
          </p:nvPr>
        </p:nvSpPr>
        <p:spPr>
          <a:xfrm>
            <a:off x="228550" y="2165325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9" name="Google Shape;179;p28"/>
          <p:cNvSpPr/>
          <p:nvPr>
            <p:ph idx="5" type="pic"/>
          </p:nvPr>
        </p:nvSpPr>
        <p:spPr>
          <a:xfrm>
            <a:off x="824750" y="2165325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0" name="Google Shape;180;p28"/>
          <p:cNvSpPr/>
          <p:nvPr>
            <p:ph idx="6" type="pic"/>
          </p:nvPr>
        </p:nvSpPr>
        <p:spPr>
          <a:xfrm>
            <a:off x="228588" y="275940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1" name="Google Shape;181;p28"/>
          <p:cNvSpPr/>
          <p:nvPr>
            <p:ph idx="7" type="pic"/>
          </p:nvPr>
        </p:nvSpPr>
        <p:spPr>
          <a:xfrm>
            <a:off x="824788" y="275940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2" name="Google Shape;182;p28"/>
          <p:cNvSpPr/>
          <p:nvPr>
            <p:ph idx="8" type="pic"/>
          </p:nvPr>
        </p:nvSpPr>
        <p:spPr>
          <a:xfrm>
            <a:off x="228563" y="3353475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3" name="Google Shape;183;p28"/>
          <p:cNvSpPr/>
          <p:nvPr>
            <p:ph idx="9" type="pic"/>
          </p:nvPr>
        </p:nvSpPr>
        <p:spPr>
          <a:xfrm>
            <a:off x="824763" y="3353475"/>
            <a:ext cx="517500" cy="5175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1">
  <p:cSld name="BLANK_1_1_1_1_1_1_1_1_1_1_1_1_1_1_1_1_1_1_1_1_1_1_1_1">
    <p:bg>
      <p:bgPr>
        <a:solidFill>
          <a:schemeClr val="accent4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/>
          <p:nvPr>
            <p:ph type="title"/>
          </p:nvPr>
        </p:nvSpPr>
        <p:spPr>
          <a:xfrm>
            <a:off x="228600" y="228600"/>
            <a:ext cx="64215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2">
  <p:cSld name="BLANK_1_1_1_1_1_1_1_1_1_1_1_1_1_1_1_1_1_1_1_1_1_1_1_1_1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>
            <p:ph type="title"/>
          </p:nvPr>
        </p:nvSpPr>
        <p:spPr>
          <a:xfrm>
            <a:off x="228600" y="228600"/>
            <a:ext cx="64215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88" name="Google Shape;188;p30"/>
          <p:cNvSpPr txBox="1"/>
          <p:nvPr>
            <p:ph idx="1" type="subTitle"/>
          </p:nvPr>
        </p:nvSpPr>
        <p:spPr>
          <a:xfrm>
            <a:off x="228600" y="952675"/>
            <a:ext cx="6480300" cy="17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3">
  <p:cSld name="BLANK_1_1_1_1_1_1_1_1_1_1_1_1_1_1_1_1_1_1_1_1_1_1_1_1_1_1">
    <p:bg>
      <p:bgPr>
        <a:solidFill>
          <a:schemeClr val="accent5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/>
          <p:nvPr>
            <p:ph type="title"/>
          </p:nvPr>
        </p:nvSpPr>
        <p:spPr>
          <a:xfrm>
            <a:off x="228600" y="228600"/>
            <a:ext cx="64215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91" name="Google Shape;191;p31"/>
          <p:cNvSpPr txBox="1"/>
          <p:nvPr>
            <p:ph idx="1" type="subTitle"/>
          </p:nvPr>
        </p:nvSpPr>
        <p:spPr>
          <a:xfrm>
            <a:off x="228600" y="952675"/>
            <a:ext cx="6480300" cy="17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odboard 1">
  <p:cSld name="BLANK_1_1_1_1_1_1_1_1_1_1_1_1_1_1_1_1_1_1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/>
          <p:nvPr>
            <p:ph idx="2" type="pic"/>
          </p:nvPr>
        </p:nvSpPr>
        <p:spPr>
          <a:xfrm>
            <a:off x="4577975" y="632250"/>
            <a:ext cx="4349400" cy="4281600"/>
          </a:xfrm>
          <a:prstGeom prst="roundRect">
            <a:avLst>
              <a:gd fmla="val 6217" name="adj"/>
            </a:avLst>
          </a:prstGeom>
          <a:noFill/>
          <a:ln>
            <a:noFill/>
          </a:ln>
        </p:spPr>
      </p:sp>
      <p:sp>
        <p:nvSpPr>
          <p:cNvPr id="194" name="Google Shape;194;p32"/>
          <p:cNvSpPr/>
          <p:nvPr>
            <p:ph idx="3" type="pic"/>
          </p:nvPr>
        </p:nvSpPr>
        <p:spPr>
          <a:xfrm>
            <a:off x="228775" y="2621175"/>
            <a:ext cx="4238400" cy="2293500"/>
          </a:xfrm>
          <a:prstGeom prst="roundRect">
            <a:avLst>
              <a:gd fmla="val 9802" name="adj"/>
            </a:avLst>
          </a:prstGeom>
          <a:noFill/>
          <a:ln>
            <a:noFill/>
          </a:ln>
        </p:spPr>
      </p:sp>
      <p:sp>
        <p:nvSpPr>
          <p:cNvPr id="195" name="Google Shape;195;p32"/>
          <p:cNvSpPr/>
          <p:nvPr>
            <p:ph idx="4" type="pic"/>
          </p:nvPr>
        </p:nvSpPr>
        <p:spPr>
          <a:xfrm>
            <a:off x="228775" y="632025"/>
            <a:ext cx="2068500" cy="1890900"/>
          </a:xfrm>
          <a:prstGeom prst="roundRect">
            <a:avLst>
              <a:gd fmla="val 11889" name="adj"/>
            </a:avLst>
          </a:prstGeom>
          <a:noFill/>
          <a:ln>
            <a:noFill/>
          </a:ln>
        </p:spPr>
      </p:sp>
      <p:sp>
        <p:nvSpPr>
          <p:cNvPr id="196" name="Google Shape;196;p32"/>
          <p:cNvSpPr/>
          <p:nvPr>
            <p:ph idx="5" type="pic"/>
          </p:nvPr>
        </p:nvSpPr>
        <p:spPr>
          <a:xfrm>
            <a:off x="2403375" y="632025"/>
            <a:ext cx="2068500" cy="1890900"/>
          </a:xfrm>
          <a:prstGeom prst="roundRect">
            <a:avLst>
              <a:gd fmla="val 1188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odboard 2">
  <p:cSld name="BLANK_1_1_1_1_1_1_1_1_1_1_1_1_1_1_1_1_1_1_1_1_1_1_1_1_1_2_1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/>
          <p:nvPr>
            <p:ph idx="2" type="pic"/>
          </p:nvPr>
        </p:nvSpPr>
        <p:spPr>
          <a:xfrm>
            <a:off x="228625" y="6320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99" name="Google Shape;199;p33"/>
          <p:cNvSpPr txBox="1"/>
          <p:nvPr>
            <p:ph idx="1" type="subTitle"/>
          </p:nvPr>
        </p:nvSpPr>
        <p:spPr>
          <a:xfrm>
            <a:off x="401700" y="35680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00" name="Google Shape;200;p33"/>
          <p:cNvSpPr/>
          <p:nvPr>
            <p:ph idx="3" type="pic"/>
          </p:nvPr>
        </p:nvSpPr>
        <p:spPr>
          <a:xfrm>
            <a:off x="2429113" y="6319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1" name="Google Shape;201;p33"/>
          <p:cNvSpPr txBox="1"/>
          <p:nvPr>
            <p:ph idx="4" type="subTitle"/>
          </p:nvPr>
        </p:nvSpPr>
        <p:spPr>
          <a:xfrm>
            <a:off x="2602188" y="35679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02" name="Google Shape;202;p33"/>
          <p:cNvSpPr/>
          <p:nvPr>
            <p:ph idx="5" type="pic"/>
          </p:nvPr>
        </p:nvSpPr>
        <p:spPr>
          <a:xfrm>
            <a:off x="4629600" y="6319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3" name="Google Shape;203;p33"/>
          <p:cNvSpPr txBox="1"/>
          <p:nvPr>
            <p:ph idx="6" type="subTitle"/>
          </p:nvPr>
        </p:nvSpPr>
        <p:spPr>
          <a:xfrm>
            <a:off x="4802675" y="35679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04" name="Google Shape;204;p33"/>
          <p:cNvSpPr/>
          <p:nvPr>
            <p:ph idx="7" type="pic"/>
          </p:nvPr>
        </p:nvSpPr>
        <p:spPr>
          <a:xfrm>
            <a:off x="6830075" y="6320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5" name="Google Shape;205;p33"/>
          <p:cNvSpPr txBox="1"/>
          <p:nvPr>
            <p:ph idx="8" type="subTitle"/>
          </p:nvPr>
        </p:nvSpPr>
        <p:spPr>
          <a:xfrm>
            <a:off x="7003150" y="35680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ITLE_1_1_4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/>
          <p:nvPr/>
        </p:nvSpPr>
        <p:spPr>
          <a:xfrm>
            <a:off x="6625332" y="229950"/>
            <a:ext cx="2283000" cy="2283000"/>
          </a:xfrm>
          <a:prstGeom prst="roundRect">
            <a:avLst>
              <a:gd fmla="val 12219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8" name="Google Shape;208;p34"/>
          <p:cNvSpPr/>
          <p:nvPr/>
        </p:nvSpPr>
        <p:spPr>
          <a:xfrm>
            <a:off x="235213" y="229950"/>
            <a:ext cx="6282300" cy="4683600"/>
          </a:xfrm>
          <a:prstGeom prst="roundRect">
            <a:avLst>
              <a:gd fmla="val 584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9" name="Google Shape;209;p34"/>
          <p:cNvSpPr/>
          <p:nvPr/>
        </p:nvSpPr>
        <p:spPr>
          <a:xfrm>
            <a:off x="6625786" y="2630415"/>
            <a:ext cx="2283000" cy="2283000"/>
          </a:xfrm>
          <a:prstGeom prst="roundRect">
            <a:avLst>
              <a:gd fmla="val 1221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0" name="Google Shape;210;p34"/>
          <p:cNvSpPr txBox="1"/>
          <p:nvPr>
            <p:ph type="title"/>
          </p:nvPr>
        </p:nvSpPr>
        <p:spPr>
          <a:xfrm>
            <a:off x="570013" y="3961157"/>
            <a:ext cx="5582100" cy="60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descr="A donut shape" id="211" name="Google Shape;211;p34"/>
          <p:cNvSpPr/>
          <p:nvPr/>
        </p:nvSpPr>
        <p:spPr>
          <a:xfrm>
            <a:off x="7134588" y="3139675"/>
            <a:ext cx="1264500" cy="1264500"/>
          </a:xfrm>
          <a:prstGeom prst="donut">
            <a:avLst>
              <a:gd fmla="val 25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descr="A star icon" id="212" name="Google Shape;212;p34"/>
          <p:cNvSpPr/>
          <p:nvPr/>
        </p:nvSpPr>
        <p:spPr>
          <a:xfrm>
            <a:off x="7092288" y="697800"/>
            <a:ext cx="1349100" cy="1347300"/>
          </a:xfrm>
          <a:prstGeom prst="plaque">
            <a:avLst>
              <a:gd fmla="val 44918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">
  <p:cSld name="CUSTOM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/>
          <p:nvPr/>
        </p:nvSpPr>
        <p:spPr>
          <a:xfrm rot="5400000">
            <a:off x="-285900" y="285900"/>
            <a:ext cx="5143500" cy="4571700"/>
          </a:xfrm>
          <a:prstGeom prst="round2SameRect">
            <a:avLst>
              <a:gd fmla="val 6890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15" name="Google Shape;215;p35"/>
          <p:cNvSpPr txBox="1"/>
          <p:nvPr>
            <p:ph idx="1" type="subTitle"/>
          </p:nvPr>
        </p:nvSpPr>
        <p:spPr>
          <a:xfrm>
            <a:off x="293700" y="295600"/>
            <a:ext cx="772500" cy="1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6" name="Google Shape;216;p35"/>
          <p:cNvSpPr txBox="1"/>
          <p:nvPr>
            <p:ph idx="2" type="subTitle"/>
          </p:nvPr>
        </p:nvSpPr>
        <p:spPr>
          <a:xfrm>
            <a:off x="4810050" y="462400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35"/>
          <p:cNvSpPr txBox="1"/>
          <p:nvPr>
            <p:ph idx="3" type="subTitle"/>
          </p:nvPr>
        </p:nvSpPr>
        <p:spPr>
          <a:xfrm>
            <a:off x="4810050" y="1406975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8" name="Google Shape;218;p35"/>
          <p:cNvSpPr txBox="1"/>
          <p:nvPr>
            <p:ph idx="4" type="subTitle"/>
          </p:nvPr>
        </p:nvSpPr>
        <p:spPr>
          <a:xfrm>
            <a:off x="4810050" y="2351550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9" name="Google Shape;219;p35"/>
          <p:cNvSpPr txBox="1"/>
          <p:nvPr>
            <p:ph idx="5" type="subTitle"/>
          </p:nvPr>
        </p:nvSpPr>
        <p:spPr>
          <a:xfrm>
            <a:off x="4810050" y="3296125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0" name="Google Shape;220;p35"/>
          <p:cNvSpPr txBox="1"/>
          <p:nvPr>
            <p:ph idx="6" type="subTitle"/>
          </p:nvPr>
        </p:nvSpPr>
        <p:spPr>
          <a:xfrm>
            <a:off x="4810050" y="4240700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1" name="Google Shape;221;p35"/>
          <p:cNvSpPr txBox="1"/>
          <p:nvPr>
            <p:ph type="title"/>
          </p:nvPr>
        </p:nvSpPr>
        <p:spPr>
          <a:xfrm>
            <a:off x="228600" y="1001425"/>
            <a:ext cx="3912900" cy="24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r journey ">
  <p:cSld name="CUSTOM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/>
          <p:cNvSpPr/>
          <p:nvPr/>
        </p:nvSpPr>
        <p:spPr>
          <a:xfrm>
            <a:off x="228600" y="229900"/>
            <a:ext cx="992400" cy="292800"/>
          </a:xfrm>
          <a:prstGeom prst="roundRect">
            <a:avLst>
              <a:gd fmla="val 26895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User journey</a:t>
            </a:r>
            <a:endParaRPr sz="1000">
              <a:solidFill>
                <a:schemeClr val="accent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224" name="Google Shape;224;p36"/>
          <p:cNvSpPr/>
          <p:nvPr>
            <p:ph idx="2" type="pic"/>
          </p:nvPr>
        </p:nvSpPr>
        <p:spPr>
          <a:xfrm>
            <a:off x="230700" y="911875"/>
            <a:ext cx="1751400" cy="2634000"/>
          </a:xfrm>
          <a:prstGeom prst="round2SameRect">
            <a:avLst>
              <a:gd fmla="val 1265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25" name="Google Shape;225;p36"/>
          <p:cNvSpPr txBox="1"/>
          <p:nvPr>
            <p:ph idx="1" type="subTitle"/>
          </p:nvPr>
        </p:nvSpPr>
        <p:spPr>
          <a:xfrm>
            <a:off x="314750" y="3677475"/>
            <a:ext cx="1565400" cy="3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6" name="Google Shape;226;p36"/>
          <p:cNvSpPr/>
          <p:nvPr>
            <p:ph idx="3" type="pic"/>
          </p:nvPr>
        </p:nvSpPr>
        <p:spPr>
          <a:xfrm>
            <a:off x="2867100" y="480475"/>
            <a:ext cx="1746300" cy="1337400"/>
          </a:xfrm>
          <a:prstGeom prst="round2SameRect">
            <a:avLst>
              <a:gd fmla="val 11765" name="adj1"/>
              <a:gd fmla="val 0" name="adj2"/>
            </a:avLst>
          </a:prstGeom>
          <a:noFill/>
          <a:ln>
            <a:noFill/>
          </a:ln>
        </p:spPr>
      </p:sp>
      <p:sp>
        <p:nvSpPr>
          <p:cNvPr id="227" name="Google Shape;227;p36"/>
          <p:cNvSpPr/>
          <p:nvPr>
            <p:ph idx="4" type="pic"/>
          </p:nvPr>
        </p:nvSpPr>
        <p:spPr>
          <a:xfrm>
            <a:off x="2867100" y="2804388"/>
            <a:ext cx="1746300" cy="1337400"/>
          </a:xfrm>
          <a:prstGeom prst="round2SameRect">
            <a:avLst>
              <a:gd fmla="val 11765" name="adj1"/>
              <a:gd fmla="val 0" name="adj2"/>
            </a:avLst>
          </a:prstGeom>
          <a:noFill/>
          <a:ln>
            <a:noFill/>
          </a:ln>
        </p:spPr>
      </p:sp>
      <p:sp>
        <p:nvSpPr>
          <p:cNvPr id="228" name="Google Shape;228;p36"/>
          <p:cNvSpPr/>
          <p:nvPr>
            <p:ph idx="5" type="pic"/>
          </p:nvPr>
        </p:nvSpPr>
        <p:spPr>
          <a:xfrm rot="-5400000">
            <a:off x="5934450" y="-27825"/>
            <a:ext cx="1344300" cy="2202000"/>
          </a:xfrm>
          <a:prstGeom prst="round2SameRect">
            <a:avLst>
              <a:gd fmla="val 9438" name="adj1"/>
              <a:gd fmla="val 0" name="adj2"/>
            </a:avLst>
          </a:prstGeom>
          <a:noFill/>
          <a:ln>
            <a:noFill/>
          </a:ln>
        </p:spPr>
      </p:sp>
      <p:sp>
        <p:nvSpPr>
          <p:cNvPr id="229" name="Google Shape;229;p36"/>
          <p:cNvSpPr/>
          <p:nvPr>
            <p:ph idx="6" type="pic"/>
          </p:nvPr>
        </p:nvSpPr>
        <p:spPr>
          <a:xfrm rot="-5400000">
            <a:off x="5934450" y="1470950"/>
            <a:ext cx="1344300" cy="2202000"/>
          </a:xfrm>
          <a:prstGeom prst="round2SameRect">
            <a:avLst>
              <a:gd fmla="val 9438" name="adj1"/>
              <a:gd fmla="val 0" name="adj2"/>
            </a:avLst>
          </a:prstGeom>
          <a:noFill/>
          <a:ln>
            <a:noFill/>
          </a:ln>
        </p:spPr>
      </p:sp>
      <p:sp>
        <p:nvSpPr>
          <p:cNvPr id="230" name="Google Shape;230;p36"/>
          <p:cNvSpPr/>
          <p:nvPr>
            <p:ph idx="7" type="pic"/>
          </p:nvPr>
        </p:nvSpPr>
        <p:spPr>
          <a:xfrm rot="-5400000">
            <a:off x="5934450" y="2969725"/>
            <a:ext cx="1344300" cy="2202000"/>
          </a:xfrm>
          <a:prstGeom prst="round2SameRect">
            <a:avLst>
              <a:gd fmla="val 9438" name="adj1"/>
              <a:gd fmla="val 0" name="adj2"/>
            </a:avLst>
          </a:prstGeom>
          <a:noFill/>
          <a:ln>
            <a:noFill/>
          </a:ln>
        </p:spPr>
      </p:sp>
      <p:sp>
        <p:nvSpPr>
          <p:cNvPr id="231" name="Google Shape;231;p36"/>
          <p:cNvSpPr txBox="1"/>
          <p:nvPr>
            <p:ph idx="8" type="subTitle"/>
          </p:nvPr>
        </p:nvSpPr>
        <p:spPr>
          <a:xfrm>
            <a:off x="2961150" y="1899800"/>
            <a:ext cx="1565400" cy="3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2" name="Google Shape;232;p36"/>
          <p:cNvSpPr txBox="1"/>
          <p:nvPr>
            <p:ph idx="9" type="subTitle"/>
          </p:nvPr>
        </p:nvSpPr>
        <p:spPr>
          <a:xfrm>
            <a:off x="2961150" y="4252075"/>
            <a:ext cx="1565400" cy="3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3" name="Google Shape;233;p36"/>
          <p:cNvSpPr txBox="1"/>
          <p:nvPr>
            <p:ph idx="13" type="subTitle"/>
          </p:nvPr>
        </p:nvSpPr>
        <p:spPr>
          <a:xfrm>
            <a:off x="7827000" y="522700"/>
            <a:ext cx="952500" cy="10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4" name="Google Shape;234;p36"/>
          <p:cNvSpPr txBox="1"/>
          <p:nvPr>
            <p:ph idx="14" type="subTitle"/>
          </p:nvPr>
        </p:nvSpPr>
        <p:spPr>
          <a:xfrm>
            <a:off x="7827000" y="2036750"/>
            <a:ext cx="952500" cy="10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5" name="Google Shape;235;p36"/>
          <p:cNvSpPr txBox="1"/>
          <p:nvPr>
            <p:ph idx="15" type="subTitle"/>
          </p:nvPr>
        </p:nvSpPr>
        <p:spPr>
          <a:xfrm>
            <a:off x="7827000" y="3550800"/>
            <a:ext cx="952500" cy="10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r journey ALT 1">
  <p:cSld name="CUSTOM_2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/>
          <p:nvPr/>
        </p:nvSpPr>
        <p:spPr>
          <a:xfrm>
            <a:off x="228600" y="229900"/>
            <a:ext cx="992400" cy="292800"/>
          </a:xfrm>
          <a:prstGeom prst="roundRect">
            <a:avLst>
              <a:gd fmla="val 26895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User journey</a:t>
            </a:r>
            <a:endParaRPr sz="1000">
              <a:solidFill>
                <a:schemeClr val="accent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238" name="Google Shape;238;p37"/>
          <p:cNvSpPr txBox="1"/>
          <p:nvPr>
            <p:ph idx="1" type="body"/>
          </p:nvPr>
        </p:nvSpPr>
        <p:spPr>
          <a:xfrm>
            <a:off x="347850" y="1888450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9" name="Google Shape;239;p37"/>
          <p:cNvSpPr txBox="1"/>
          <p:nvPr>
            <p:ph idx="2" type="body"/>
          </p:nvPr>
        </p:nvSpPr>
        <p:spPr>
          <a:xfrm>
            <a:off x="6079400" y="405850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40" name="Google Shape;240;p37"/>
          <p:cNvSpPr txBox="1"/>
          <p:nvPr>
            <p:ph idx="3" type="body"/>
          </p:nvPr>
        </p:nvSpPr>
        <p:spPr>
          <a:xfrm>
            <a:off x="6079400" y="1606817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41" name="Google Shape;241;p37"/>
          <p:cNvSpPr txBox="1"/>
          <p:nvPr>
            <p:ph idx="4" type="body"/>
          </p:nvPr>
        </p:nvSpPr>
        <p:spPr>
          <a:xfrm>
            <a:off x="6079400" y="2807783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42" name="Google Shape;242;p37"/>
          <p:cNvSpPr txBox="1"/>
          <p:nvPr>
            <p:ph idx="5" type="body"/>
          </p:nvPr>
        </p:nvSpPr>
        <p:spPr>
          <a:xfrm>
            <a:off x="6079400" y="4008750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43" name="Google Shape;243;p37"/>
          <p:cNvSpPr txBox="1"/>
          <p:nvPr>
            <p:ph idx="6" type="body"/>
          </p:nvPr>
        </p:nvSpPr>
        <p:spPr>
          <a:xfrm>
            <a:off x="3213625" y="662625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44" name="Google Shape;244;p37"/>
          <p:cNvSpPr txBox="1"/>
          <p:nvPr>
            <p:ph idx="7" type="body"/>
          </p:nvPr>
        </p:nvSpPr>
        <p:spPr>
          <a:xfrm>
            <a:off x="3213625" y="3056300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4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3" name="Google Shape;253;p4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58" name="Google Shape;258;p4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63" name="Google Shape;263;p4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4" name="Google Shape;264;p4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69" name="Google Shape;269;p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4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3" name="Google Shape;273;p4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4" name="Google Shape;274;p4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5" name="Google Shape;275;p4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6" name="Google Shape;276;p4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7" name="Google Shape;277;p4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4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1" name="Google Shape;281;p4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4" name="Google Shape;284;p4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5" name="Google Shape;285;p4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6" name="Google Shape;286;p4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7" name="Google Shape;287;p4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0" name="Google Shape;290;p5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1" name="Google Shape;291;p5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2" name="Google Shape;292;p5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5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4" name="Google Shape;294;p5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5" name="Google Shape;295;p5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8" name="Google Shape;298;p5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9" name="Google Shape;299;p5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0" name="Google Shape;300;p5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1" name="Google Shape;301;p5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2" name="Google Shape;302;p5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5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4" name="Google Shape;304;p5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5" name="Google Shape;305;p5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5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1" name="Google Shape;311;p5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5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5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4" name="Google Shape;314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5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6" name="Google Shape;316;p5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9" name="Google Shape;319;p5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5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5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2" name="Google Shape;322;p5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5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4" name="Google Shape;324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5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6" name="Google Shape;326;p5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7" name="Google Shape;327;p5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2" name="Google Shape;332;p5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5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5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5" name="Google Shape;335;p5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5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5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5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5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5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theme" Target="../theme/theme1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41375" y="356475"/>
            <a:ext cx="28602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77400" y="1551575"/>
            <a:ext cx="5666400" cy="24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orient="horz" pos="144">
          <p15:clr>
            <a:srgbClr val="E46962"/>
          </p15:clr>
        </p15:guide>
        <p15:guide id="3" pos="144">
          <p15:clr>
            <a:srgbClr val="E46962"/>
          </p15:clr>
        </p15:guide>
        <p15:guide id="4" orient="horz" pos="3096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7"/>
          <p:cNvSpPr txBox="1"/>
          <p:nvPr>
            <p:ph idx="1" type="subTitle"/>
          </p:nvPr>
        </p:nvSpPr>
        <p:spPr>
          <a:xfrm>
            <a:off x="4897375" y="2609925"/>
            <a:ext cx="36798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 Protocols - gRPC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Sains Data</a:t>
            </a:r>
            <a:endParaRPr/>
          </a:p>
        </p:txBody>
      </p:sp>
      <p:sp>
        <p:nvSpPr>
          <p:cNvPr id="346" name="Google Shape;346;p57"/>
          <p:cNvSpPr txBox="1"/>
          <p:nvPr>
            <p:ph type="title"/>
          </p:nvPr>
        </p:nvSpPr>
        <p:spPr>
          <a:xfrm>
            <a:off x="563400" y="3695700"/>
            <a:ext cx="3679800" cy="9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Ahmad Muwaffaq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50" y="152400"/>
            <a:ext cx="4838702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5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8" name="Google Shape;358;p59" title="healthche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571" y="0"/>
            <a:ext cx="620485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6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6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5" name="Google Shape;365;p60" title="predict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571" y="0"/>
            <a:ext cx="620485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6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6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2" name="Google Shape;372;p61" title="predict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571" y="0"/>
            <a:ext cx="620485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6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9" name="Google Shape;379;p62" title="batch-predic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571" y="0"/>
            <a:ext cx="620485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6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6" name="Google Shape;386;p63" title="wireshar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466" y="0"/>
            <a:ext cx="845507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6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3" name="Google Shape;39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122" y="0"/>
            <a:ext cx="846775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5"/>
          <p:cNvSpPr txBox="1"/>
          <p:nvPr>
            <p:ph type="title"/>
          </p:nvPr>
        </p:nvSpPr>
        <p:spPr>
          <a:xfrm>
            <a:off x="570013" y="3961157"/>
            <a:ext cx="5582100" cy="60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10100F"/>
      </a:dk1>
      <a:lt1>
        <a:srgbClr val="F8F3EC"/>
      </a:lt1>
      <a:dk2>
        <a:srgbClr val="810100"/>
      </a:dk2>
      <a:lt2>
        <a:srgbClr val="F8F3EC"/>
      </a:lt2>
      <a:accent1>
        <a:srgbClr val="B82D2D"/>
      </a:accent1>
      <a:accent2>
        <a:srgbClr val="FB6058"/>
      </a:accent2>
      <a:accent3>
        <a:srgbClr val="FFD979"/>
      </a:accent3>
      <a:accent4>
        <a:srgbClr val="FFADA8"/>
      </a:accent4>
      <a:accent5>
        <a:srgbClr val="570100"/>
      </a:accent5>
      <a:accent6>
        <a:srgbClr val="303030"/>
      </a:accent6>
      <a:hlink>
        <a:srgbClr val="FC60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